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PayPilot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The AI agent that chases unpaid invoices - and never sends without your 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Late payments hurt 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Small UAE businesses lose time and cash chasing late invoices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Chasing is repetitive, awkward and easy to forget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Invoices with mistakes (wrong VAT, missing TRN) make it worse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Owners don't want a robot emailing customers on its 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What PayPilot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Design. Deploy. Delegate.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1. Reads invoices and checks them (5% VAT, TRN, totals)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2. Finds overdue and soon-due invoices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3. Writes reminders: friendly first, firmer later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4. Manager approves - only then it sends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5. Reads customer replies: promise, dispute, 'already paid'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6. Audit log + weekly cash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Safe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Trust is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Human approval before any message goes out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The block is in the code, not just the prompt: send is refused until approved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Invoice errors, disputes and silent customers go to a human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Every action is in the audit log: who, what, when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Upload invoices - errors flagged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Run agent - reminders drafted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Approve - email sent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Customer replies - status updates / escalation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Weekly report +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Built for what matters to Red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Data intake and validation  -&gt;  invoice extraction + VAT/TRN checks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Task automation  -&gt;  drafts reminders by itself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Deadline monitoring  -&gt;  overdue + due-soon watch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Communications + escalation  -&gt;  reply handling, humans for the hard cases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Automated reports  -&gt;  weekly cash summary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Human approval + audit log  -&gt;  built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Simple, affordable, easy to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Who: small UAE businesses that invoice on credit (trading, catering, services)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Price (proposed): AED 99 per month per business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One recovered AED 3,000 invoice pays for the whole year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Low cost to run: the agent only drafts, the owner approves in seconds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Later: pay-per-recovery option and accountant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C8B4"/>
                </a:solidFill>
              </a:defRPr>
            </a:pPr>
            <a:r>
              <a:t>PayPilot - get paid, stay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Real email sending (Gmail / Outlook) after approval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Connect to accounting software (e.g. Zoho, QuickBooks)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Arabic reminders, WhatsApp channel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</a:defRPr>
            </a:pPr>
            <a:r>
              <a:t>•  Pilot with a few real small businesses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